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9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D7A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274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AgroTrade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Brand Redesign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Color System × Modern UI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legacy wheat tones to forest green — unified brand identity across web and mobile.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9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7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09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Identity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3D7A5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Green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#3D7A50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UI elements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Green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accents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Emerald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#34d399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834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states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Green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#6ee7b7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657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backgrounds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9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 Redesign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60F08"/>
          </a:solidFill>
          <a:ln w="12700">
            <a:solidFill>
              <a:srgbClr val="3D7A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Agricultural Revolution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trades on blind trust with blockchain-backed escrow. Connect buyers, sellers, inspectors, and transporters in one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828800" cy="411480"/>
          </a:xfrm>
          <a:prstGeom prst="round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Waitlist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 Active Traders • $840K in Escrow • 12 Countries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9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Dashboard Navigation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931920"/>
          </a:xfrm>
          <a:prstGeom prst="rect">
            <a:avLst/>
          </a:prstGeom>
          <a:solidFill>
            <a:srgbClr val="160F08"/>
          </a:solidFill>
          <a:ln w="12700">
            <a:solidFill>
              <a:srgbClr val="3D7A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AGROTRADE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210312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Seller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434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• Nigeria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0" y="1005840"/>
            <a:ext cx="5760720" cy="3931920"/>
          </a:xfrm>
          <a:prstGeom prst="rect">
            <a:avLst/>
          </a:prstGeom>
          <a:solidFill>
            <a:srgbClr val="160F08"/>
          </a:solidFill>
          <a:ln w="12700">
            <a:solidFill>
              <a:srgbClr val="3D7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Content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00400" y="1737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 with consistent green theming across all dashboard sections.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9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Dashboard Views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3017520"/>
          </a:xfrm>
          <a:prstGeom prst="rect">
            <a:avLst/>
          </a:prstGeom>
          <a:solidFill>
            <a:srgbClr val="160F0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👨‍🌾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purchase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201168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1097280"/>
            <a:ext cx="2011680" cy="3017520"/>
          </a:xfrm>
          <a:prstGeom prst="rect">
            <a:avLst/>
          </a:prstGeom>
          <a:solidFill>
            <a:srgbClr val="160F0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👩‍🌾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listings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3840480"/>
            <a:ext cx="201168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097280"/>
            <a:ext cx="2011680" cy="3017520"/>
          </a:xfrm>
          <a:prstGeom prst="rect">
            <a:avLst/>
          </a:prstGeom>
          <a:solidFill>
            <a:srgbClr val="160F0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840480"/>
            <a:ext cx="2011680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1097280"/>
            <a:ext cx="2011680" cy="3017520"/>
          </a:xfrm>
          <a:prstGeom prst="rect">
            <a:avLst/>
          </a:prstGeom>
          <a:solidFill>
            <a:srgbClr val="160F08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🚚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494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3840480"/>
            <a:ext cx="2011680" cy="228600"/>
          </a:xfrm>
          <a:prstGeom prst="rect">
            <a:avLst/>
          </a:prstGeom>
          <a:solidFill>
            <a:srgbClr val="6EE7B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9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00000"/>
          </a:solidFill>
          <a:ln w="25400">
            <a:solidFill>
              <a:srgbClr val="3D7A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Configuration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+ brand.ts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1280160"/>
            <a:ext cx="137160" cy="457200"/>
          </a:xfrm>
          <a:prstGeom prst="rect">
            <a:avLst/>
          </a:prstGeom>
          <a:solidFill>
            <a:srgbClr val="3D7A5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Primitives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Button, Card, Input, Dialog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2103120"/>
            <a:ext cx="1371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00000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Components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880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AppSidebar, DashboardTopbar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2926080"/>
            <a:ext cx="137160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000000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Components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views, Forms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3749040"/>
            <a:ext cx="137160" cy="457200"/>
          </a:xfrm>
          <a:prstGeom prst="rect">
            <a:avLst/>
          </a:prstGeom>
          <a:solidFill>
            <a:srgbClr val="6EE7B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9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Cohesive Brand Experience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3D7A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904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primary color across all UI elements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20040" cy="320040"/>
          </a:xfrm>
          <a:prstGeom prst="ellipse">
            <a:avLst/>
          </a:prstGeom>
          <a:solidFill>
            <a:srgbClr val="3D7A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904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Theming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has distinct green variant colors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3D7A5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904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Brand Config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68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in brand.ts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3D7A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904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&amp; Accessible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web, mobile, and tablet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3D7A5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904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Rebranding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colors in &lt;5 minutes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320040" cy="320040"/>
          </a:xfrm>
          <a:prstGeom prst="ellipse">
            <a:avLst/>
          </a:prstGeom>
          <a:solidFill>
            <a:srgbClr val="3D7A5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904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Polish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251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design system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9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D7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C09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Transform AgroTrade?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160F0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green-themed web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560320" cy="2286000"/>
          </a:xfrm>
          <a:prstGeom prst="rect">
            <a:avLst/>
          </a:prstGeom>
          <a:solidFill>
            <a:srgbClr val="160F0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all dashboard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60320" cy="2286000"/>
          </a:xfrm>
          <a:prstGeom prst="rect">
            <a:avLst/>
          </a:prstGeom>
          <a:solidFill>
            <a:srgbClr val="160F0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unified brand identity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2026-03-19T17:34:27Z</dcterms:created>
  <dcterms:modified xsi:type="dcterms:W3CDTF">2026-03-19T17:34:27Z</dcterms:modified>
</cp:coreProperties>
</file>